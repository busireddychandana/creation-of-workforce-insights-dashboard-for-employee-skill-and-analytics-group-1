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Raleway" pitchFamily="2" charset="0"/>
      <p:regular r:id="rId14"/>
    </p:embeddedFont>
    <p:embeddedFont>
      <p:font typeface="Raleway Bold" panose="020B0604020202020204" charset="0"/>
      <p:regular r:id="rId15"/>
    </p:embeddedFont>
    <p:embeddedFont>
      <p:font typeface="Raleway Light" pitchFamily="2" charset="0"/>
      <p:regular r:id="rId16"/>
      <p:italic r:id="rId17"/>
    </p:embeddedFont>
    <p:embeddedFont>
      <p:font typeface="Roboto" panose="02000000000000000000" pitchFamily="2" charset="0"/>
      <p:regular r:id="rId18"/>
      <p:italic r:id="rId19"/>
    </p:embeddedFont>
    <p:embeddedFont>
      <p:font typeface="Roboto Bold" panose="02000000000000000000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4447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Relationship Id="rId14" Type="http://schemas.openxmlformats.org/officeDocument/2006/relationships/image" Target="../media/image3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584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57321" y="800398"/>
            <a:ext cx="5192631" cy="168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ct val="104000"/>
              </a:lnSpc>
            </a:pPr>
            <a:r>
              <a:rPr lang="en-US" sz="3500" b="1" dirty="0"/>
              <a:t>Creation of Workforce Insights Dashboard for Employee Skill and  Analytics </a:t>
            </a:r>
          </a:p>
        </p:txBody>
      </p:sp>
      <p:sp>
        <p:nvSpPr>
          <p:cNvPr id="4" name="Text 1"/>
          <p:cNvSpPr/>
          <p:nvPr/>
        </p:nvSpPr>
        <p:spPr>
          <a:xfrm>
            <a:off x="6757322" y="2552105"/>
            <a:ext cx="4772898" cy="100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 Intelligent Platform for Centralized Workforce Management, Analytics, Automation &amp; Reporting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943154" y="4003774"/>
            <a:ext cx="440123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943154" y="4386560"/>
            <a:ext cx="440123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757322" y="5023048"/>
            <a:ext cx="4772898" cy="1034554"/>
          </a:xfrm>
          <a:prstGeom prst="roundRect">
            <a:avLst>
              <a:gd name="adj" fmla="val 729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3154" y="5208885"/>
            <a:ext cx="440123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Organization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943154" y="5591671"/>
            <a:ext cx="440123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Infosys SpringBoard VirtualInternship 7.0</a:t>
            </a:r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8F1634-9670-5040-BB93-DC074A5649AB}"/>
              </a:ext>
            </a:extLst>
          </p:cNvPr>
          <p:cNvSpPr/>
          <p:nvPr/>
        </p:nvSpPr>
        <p:spPr>
          <a:xfrm>
            <a:off x="10902690" y="6355977"/>
            <a:ext cx="1255059" cy="4123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2408"/>
            <a:ext cx="4772898" cy="1151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From Manual Workforce Management to Intelligent Workforce Operations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61475" y="1883866"/>
            <a:ext cx="2236632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Current Challenges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203946"/>
            <a:ext cx="2236632" cy="10291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7803" y="2339479"/>
            <a:ext cx="191477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Scattered Data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47803" y="2611239"/>
            <a:ext cx="1914775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Workforce information may exist across multiple disconnected sources.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312914"/>
            <a:ext cx="2236632" cy="10291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47803" y="3448447"/>
            <a:ext cx="191477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Manual Processing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47803" y="3720207"/>
            <a:ext cx="1914775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processing consumes significant time and introduces errors.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421882"/>
            <a:ext cx="2236632" cy="86707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47803" y="4557415"/>
            <a:ext cx="191477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Repetitive Reporting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847803" y="4829175"/>
            <a:ext cx="1914775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Reports can be repetitive and time-consuming to prepare.</a:t>
            </a:r>
            <a:endParaRPr lang="en-US" sz="9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368727"/>
            <a:ext cx="2236632" cy="86707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47803" y="5504259"/>
            <a:ext cx="191477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Delayed Insights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847803" y="5776020"/>
            <a:ext cx="1914775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Managers need faster access to workforce insights from raw data.</a:t>
            </a:r>
            <a:endParaRPr lang="en-US" sz="950" dirty="0"/>
          </a:p>
        </p:txBody>
      </p:sp>
      <p:sp>
        <p:nvSpPr>
          <p:cNvPr id="17" name="Shape 10"/>
          <p:cNvSpPr/>
          <p:nvPr/>
        </p:nvSpPr>
        <p:spPr>
          <a:xfrm>
            <a:off x="3115688" y="1804095"/>
            <a:ext cx="2413436" cy="4521498"/>
          </a:xfrm>
          <a:prstGeom prst="roundRect">
            <a:avLst>
              <a:gd name="adj" fmla="val 3665"/>
            </a:avLst>
          </a:prstGeom>
          <a:solidFill>
            <a:srgbClr val="0B1F3A">
              <a:alpha val="95000"/>
            </a:srgbClr>
          </a:solidFill>
          <a:ln/>
        </p:spPr>
      </p:sp>
      <p:sp>
        <p:nvSpPr>
          <p:cNvPr id="18" name="Text 11"/>
          <p:cNvSpPr/>
          <p:nvPr/>
        </p:nvSpPr>
        <p:spPr>
          <a:xfrm>
            <a:off x="3238518" y="1883866"/>
            <a:ext cx="2167776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Project Objective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3238518" y="2146002"/>
            <a:ext cx="2167776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 create a centralized platform that combines workforce management, analytics, reporting and automation.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3238518" y="3137793"/>
            <a:ext cx="2167776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Centralize</a:t>
            </a: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Unified workforce information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3238518" y="3553619"/>
            <a:ext cx="2167776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Analyze</a:t>
            </a: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Convert data into insights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3238518" y="3969445"/>
            <a:ext cx="2167776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Automate</a:t>
            </a: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Reduce repetitive operations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238518" y="4385270"/>
            <a:ext cx="2167776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Report</a:t>
            </a: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Generate structured reports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772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Our Proposed Solution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13979"/>
            <a:ext cx="10868745" cy="708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centralized digital ecosystem that brings workforce information, employee operations, analytics, reporting and automation together in a single system.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927548"/>
            <a:ext cx="3504219" cy="266144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201" y="2718891"/>
            <a:ext cx="6903269" cy="18267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10772" y="3343184"/>
            <a:ext cx="789197" cy="35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Workforce Data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165659" y="3763379"/>
            <a:ext cx="1043508" cy="44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employee information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07945" y="3059178"/>
            <a:ext cx="950503" cy="35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Workforce Management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361442" y="3479373"/>
            <a:ext cx="1043508" cy="44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Operational coordination and scheduling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557226" y="3336540"/>
            <a:ext cx="1043508" cy="373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Employee Management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720505" y="3343184"/>
            <a:ext cx="752763" cy="172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Employee 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7557226" y="3763379"/>
            <a:ext cx="1043508" cy="298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HR actions and lifecycle tools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875599" y="3059178"/>
            <a:ext cx="834142" cy="35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Analytics &amp; Reporting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753010" y="3479373"/>
            <a:ext cx="1043508" cy="44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Insights, dashboards and automation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001940" y="3343184"/>
            <a:ext cx="986418" cy="35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Management Insights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9955438" y="3763379"/>
            <a:ext cx="1043508" cy="44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Actionable decisions and outcomes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633201" y="4758234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208" y="5044976"/>
            <a:ext cx="236234" cy="1890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47449" y="4975523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Value: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One platform → One workforce view → Faster insights → Better decisions</a:t>
            </a:r>
            <a:endParaRPr lang="en-US" sz="14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E8D7EC-981B-B001-D671-EA14D224ECB9}"/>
              </a:ext>
            </a:extLst>
          </p:cNvPr>
          <p:cNvSpPr/>
          <p:nvPr/>
        </p:nvSpPr>
        <p:spPr>
          <a:xfrm>
            <a:off x="10902690" y="6355977"/>
            <a:ext cx="1255059" cy="4123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585"/>
            <a:ext cx="10868745" cy="447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System Architecture &amp; Technology Stack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728" y="2350591"/>
            <a:ext cx="5875687" cy="26890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15682" y="2726612"/>
            <a:ext cx="905945" cy="150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API &amp; Backend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515682" y="2929523"/>
            <a:ext cx="1432616" cy="201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API, Python, FastAPI, business logic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350698" y="3610466"/>
            <a:ext cx="566746" cy="150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350698" y="3813377"/>
            <a:ext cx="1317082" cy="201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React, TypeScript, Vite, Tailwind CSS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515682" y="4066834"/>
            <a:ext cx="614313" cy="150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Core User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515682" y="4269746"/>
            <a:ext cx="1432616" cy="201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 user interacting with the system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896821" y="1111746"/>
            <a:ext cx="3639650" cy="194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96821" y="1369913"/>
            <a:ext cx="3639650" cy="934839"/>
          </a:xfrm>
          <a:prstGeom prst="roundRect">
            <a:avLst>
              <a:gd name="adj" fmla="val 465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06753" y="1479848"/>
            <a:ext cx="310944" cy="31095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277" y="1565275"/>
            <a:ext cx="139895" cy="13989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06753" y="1847652"/>
            <a:ext cx="341978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8006753" y="2066429"/>
            <a:ext cx="3419786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· TypeScript · Vite · Tailwind CSS · Shadcn/UI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7896821" y="2361605"/>
            <a:ext cx="3639650" cy="934839"/>
          </a:xfrm>
          <a:prstGeom prst="roundRect">
            <a:avLst>
              <a:gd name="adj" fmla="val 465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06753" y="2471539"/>
            <a:ext cx="310944" cy="31095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92277" y="2556966"/>
            <a:ext cx="139895" cy="13989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06753" y="2839343"/>
            <a:ext cx="341978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Backend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006753" y="3058120"/>
            <a:ext cx="3419786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· FastAPI · Pydantic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7896821" y="3353296"/>
            <a:ext cx="3639650" cy="934839"/>
          </a:xfrm>
          <a:prstGeom prst="roundRect">
            <a:avLst>
              <a:gd name="adj" fmla="val 465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006753" y="3463230"/>
            <a:ext cx="310944" cy="31095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92277" y="3548658"/>
            <a:ext cx="139895" cy="13989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06753" y="3831034"/>
            <a:ext cx="341978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006753" y="4049812"/>
            <a:ext cx="3419786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MongoDB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7896821" y="4344988"/>
            <a:ext cx="3639650" cy="934839"/>
          </a:xfrm>
          <a:prstGeom prst="roundRect">
            <a:avLst>
              <a:gd name="adj" fmla="val 465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006753" y="4454922"/>
            <a:ext cx="310944" cy="31095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92277" y="4540349"/>
            <a:ext cx="139895" cy="13989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006753" y="4822726"/>
            <a:ext cx="341978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Reporting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8006753" y="5041503"/>
            <a:ext cx="3419786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PDF · XLSX · CSV · JSON</a:t>
            </a:r>
            <a:endParaRPr lang="en-US" sz="800" dirty="0"/>
          </a:p>
        </p:txBody>
      </p:sp>
      <p:sp>
        <p:nvSpPr>
          <p:cNvPr id="31" name="Shape 24"/>
          <p:cNvSpPr/>
          <p:nvPr/>
        </p:nvSpPr>
        <p:spPr>
          <a:xfrm>
            <a:off x="7896821" y="5336679"/>
            <a:ext cx="3639650" cy="934839"/>
          </a:xfrm>
          <a:prstGeom prst="roundRect">
            <a:avLst>
              <a:gd name="adj" fmla="val 465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006753" y="5446613"/>
            <a:ext cx="310944" cy="31095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92277" y="5532041"/>
            <a:ext cx="139895" cy="13989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006753" y="5814417"/>
            <a:ext cx="341978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8006753" y="6033195"/>
            <a:ext cx="3419786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· GitHub · VS Code</a:t>
            </a:r>
            <a:endParaRPr lang="en-US" sz="8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7D00112-C019-7161-1845-C3B4CE0A12E7}"/>
              </a:ext>
            </a:extLst>
          </p:cNvPr>
          <p:cNvSpPr/>
          <p:nvPr/>
        </p:nvSpPr>
        <p:spPr>
          <a:xfrm>
            <a:off x="10902690" y="6355977"/>
            <a:ext cx="1255059" cy="4123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6062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Key Modules of the System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272679"/>
            <a:ext cx="1086874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Six integrated components forming one unified workforce management platform.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778695"/>
            <a:ext cx="401627" cy="4016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350988"/>
            <a:ext cx="534904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Employee Management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2734072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 and access complete employee information in one place.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1173" y="1778695"/>
            <a:ext cx="401627" cy="4016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81173" y="2350988"/>
            <a:ext cx="534904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Workforce Dashboard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181173" y="2734072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important workforce KPIs at a glance.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244850"/>
            <a:ext cx="401627" cy="4016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3817144"/>
            <a:ext cx="534904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Workforce Analytics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61475" y="4200227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Visualize workforce information through charts and metrics.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81173" y="3244850"/>
            <a:ext cx="401627" cy="4016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81173" y="3817144"/>
            <a:ext cx="534904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Reports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181173" y="4200227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structured workforce reports and exports in multiple formats.</a:t>
            </a:r>
            <a:endParaRPr lang="en-US" sz="12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475" y="4711005"/>
            <a:ext cx="401627" cy="40163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475" y="5283299"/>
            <a:ext cx="534904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Search &amp; Filtering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661475" y="5666383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Quickly locate employees and workforce segments with precision.</a:t>
            </a:r>
            <a:endParaRPr lang="en-US" sz="12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81173" y="4711005"/>
            <a:ext cx="401627" cy="40163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181173" y="5283299"/>
            <a:ext cx="534904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Automation &amp; AI</a:t>
            </a:r>
            <a:endParaRPr lang="en-US" sz="1850" dirty="0"/>
          </a:p>
        </p:txBody>
      </p:sp>
      <p:sp>
        <p:nvSpPr>
          <p:cNvPr id="21" name="Text 13"/>
          <p:cNvSpPr/>
          <p:nvPr/>
        </p:nvSpPr>
        <p:spPr>
          <a:xfrm>
            <a:off x="6181173" y="5666383"/>
            <a:ext cx="534904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automated processes and intelligent workforce assistance where implemented.</a:t>
            </a:r>
            <a:endParaRPr lang="en-US" sz="12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81E486-1751-66E3-0928-E9BE4F57F71B}"/>
              </a:ext>
            </a:extLst>
          </p:cNvPr>
          <p:cNvSpPr/>
          <p:nvPr/>
        </p:nvSpPr>
        <p:spPr>
          <a:xfrm>
            <a:off x="10902690" y="6355977"/>
            <a:ext cx="1255059" cy="4123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96181"/>
            <a:ext cx="1743031" cy="258465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3469" y="1247180"/>
            <a:ext cx="2148627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WORKFORCE ANALYTICS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51586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Workforce Dashboard &amp; Analytics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475" y="2108696"/>
            <a:ext cx="10868745" cy="3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Transforming raw workforce data into visual, actionable insights.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61475" y="2865438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APIs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61475" y="3222923"/>
            <a:ext cx="533872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 workforce overview at a glance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2425" y="2657277"/>
            <a:ext cx="5376827" cy="381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6191492" y="2865438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Charts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191492" y="3222923"/>
            <a:ext cx="533872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 workforce patterns — department distribution, trends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442" y="2657277"/>
            <a:ext cx="5376827" cy="381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661475" y="3995837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Filters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61475" y="4353322"/>
            <a:ext cx="533872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filters for focused analysis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2425" y="3787676"/>
            <a:ext cx="5376827" cy="381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6191492" y="3995837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Insights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191492" y="4353322"/>
            <a:ext cx="533872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Data-driven support for management decisions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442" y="3787676"/>
            <a:ext cx="5376827" cy="381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Shape 16"/>
          <p:cNvSpPr/>
          <p:nvPr/>
        </p:nvSpPr>
        <p:spPr>
          <a:xfrm>
            <a:off x="661475" y="4826595"/>
            <a:ext cx="10868745" cy="31750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5130403"/>
            <a:ext cx="10868745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dashboard content and visuals are arranged to support fast scanning, with the screenshot serving as the primary reference and the feature summary reinforcing its value.</a:t>
            </a:r>
            <a:endParaRPr lang="en-US" sz="16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2C3B02-39A4-EFC2-53A0-1DA6FD516542}"/>
              </a:ext>
            </a:extLst>
          </p:cNvPr>
          <p:cNvSpPr/>
          <p:nvPr/>
        </p:nvSpPr>
        <p:spPr>
          <a:xfrm>
            <a:off x="10902690" y="6355977"/>
            <a:ext cx="1255059" cy="4123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546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From Employee Data to Automated Reports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156891"/>
            <a:ext cx="108687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Less manual reporting. Faster access to structured workforce information.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61475" y="1738114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170807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Employee Management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45" y="2643187"/>
            <a:ext cx="4954464" cy="21364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5284" y="4374509"/>
            <a:ext cx="1123972" cy="14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View &amp; Manage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5284" y="3879949"/>
            <a:ext cx="1123972" cy="14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Filter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25284" y="3390385"/>
            <a:ext cx="1123972" cy="14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5284" y="2895824"/>
            <a:ext cx="1123972" cy="14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Employee Data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61475" y="4971554"/>
            <a:ext cx="5215303" cy="1299270"/>
          </a:xfrm>
          <a:prstGeom prst="rect">
            <a:avLst/>
          </a:prstGeom>
          <a:noFill/>
          <a:ln/>
        </p:spPr>
        <p:txBody>
          <a:bodyPr wrap="square" lIns="0" tIns="71827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Employee information &amp; profiles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 functionality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Department filtering &amp; segmentation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Employee statistics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21267" y="2170807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Reporting Center</a:t>
            </a:r>
            <a:endParaRPr lang="en-US" sz="17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637" y="2643187"/>
            <a:ext cx="4954464" cy="226754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245289" y="4372262"/>
            <a:ext cx="930160" cy="179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Export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073031" y="4282668"/>
            <a:ext cx="930161" cy="358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Report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907144" y="4372262"/>
            <a:ext cx="930161" cy="179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Process Data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715774" y="4372262"/>
            <a:ext cx="930161" cy="179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Select Filters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321267" y="5102622"/>
            <a:ext cx="582488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Output formats: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PDF · XLSX · CSV · JSON</a:t>
            </a:r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379B13-5E90-1BE2-EF08-96E5743E8250}"/>
              </a:ext>
            </a:extLst>
          </p:cNvPr>
          <p:cNvSpPr/>
          <p:nvPr/>
        </p:nvSpPr>
        <p:spPr>
          <a:xfrm>
            <a:off x="10902690" y="6355977"/>
            <a:ext cx="1255059" cy="4123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887" y="1431032"/>
            <a:ext cx="4439630" cy="399583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1022052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Automation &amp; Intelligent Workforce Workflow</a:t>
            </a:r>
            <a:endParaRPr lang="en-US" sz="26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8459" y="2450108"/>
            <a:ext cx="2785894" cy="1919883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328256" y="3644727"/>
            <a:ext cx="761297" cy="101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</a:t>
            </a:r>
            <a:endParaRPr lang="en-US" sz="600" dirty="0"/>
          </a:p>
        </p:txBody>
      </p:sp>
      <p:sp>
        <p:nvSpPr>
          <p:cNvPr id="7" name="Text 2"/>
          <p:cNvSpPr/>
          <p:nvPr/>
        </p:nvSpPr>
        <p:spPr>
          <a:xfrm>
            <a:off x="1976989" y="2838509"/>
            <a:ext cx="786029" cy="101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</a:t>
            </a:r>
            <a:endParaRPr lang="en-US" sz="600" dirty="0"/>
          </a:p>
        </p:txBody>
      </p:sp>
      <p:sp>
        <p:nvSpPr>
          <p:cNvPr id="8" name="Text 3"/>
          <p:cNvSpPr/>
          <p:nvPr/>
        </p:nvSpPr>
        <p:spPr>
          <a:xfrm>
            <a:off x="2504652" y="3880846"/>
            <a:ext cx="761297" cy="101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Employee Data</a:t>
            </a:r>
            <a:endParaRPr lang="en-US" sz="600" dirty="0"/>
          </a:p>
        </p:txBody>
      </p:sp>
      <p:sp>
        <p:nvSpPr>
          <p:cNvPr id="9" name="Text 4"/>
          <p:cNvSpPr/>
          <p:nvPr/>
        </p:nvSpPr>
        <p:spPr>
          <a:xfrm>
            <a:off x="3180427" y="3050740"/>
            <a:ext cx="761297" cy="101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 &amp; Filter</a:t>
            </a:r>
            <a:endParaRPr lang="en-US" sz="600" dirty="0"/>
          </a:p>
        </p:txBody>
      </p:sp>
      <p:sp>
        <p:nvSpPr>
          <p:cNvPr id="10" name="Text 5"/>
          <p:cNvSpPr/>
          <p:nvPr/>
        </p:nvSpPr>
        <p:spPr>
          <a:xfrm>
            <a:off x="4970437" y="2080419"/>
            <a:ext cx="199414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Automation Capabilities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970437" y="2324100"/>
            <a:ext cx="199414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AI / Intelligent Features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970437" y="2623344"/>
            <a:ext cx="1994148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implemented in the actual project: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970437" y="3066653"/>
            <a:ext cx="1994148" cy="784622"/>
          </a:xfrm>
          <a:prstGeom prst="rect">
            <a:avLst/>
          </a:prstGeom>
          <a:noFill/>
          <a:ln/>
        </p:spPr>
        <p:txBody>
          <a:bodyPr wrap="square" lIns="0" tIns="52925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AI-assisted workforce queries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Workforce insights &amp; natural-language interaction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Data-driven assistance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970437" y="3955455"/>
            <a:ext cx="1994148" cy="772716"/>
          </a:xfrm>
          <a:prstGeom prst="roundRect">
            <a:avLst>
              <a:gd name="adj" fmla="val 7192"/>
            </a:avLst>
          </a:prstGeom>
          <a:solidFill>
            <a:srgbClr val="E1E1EA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693" y="4098627"/>
            <a:ext cx="165294" cy="13225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00242" y="4071838"/>
            <a:ext cx="1432088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Message:</a:t>
            </a: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Data → Automation → Insight → Action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661475" y="4936530"/>
            <a:ext cx="2037208" cy="899418"/>
          </a:xfrm>
          <a:prstGeom prst="roundRect">
            <a:avLst>
              <a:gd name="adj" fmla="val 61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00080" y="5075138"/>
            <a:ext cx="175999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Data Processing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00080" y="5337373"/>
            <a:ext cx="175999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data processing and KPI calculation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2791251" y="4936530"/>
            <a:ext cx="2037208" cy="899418"/>
          </a:xfrm>
          <a:prstGeom prst="roundRect">
            <a:avLst>
              <a:gd name="adj" fmla="val 61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2929856" y="5075138"/>
            <a:ext cx="175999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Report Generation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2929856" y="5337373"/>
            <a:ext cx="175999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structured report creation and export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921028" y="4936530"/>
            <a:ext cx="2037208" cy="899418"/>
          </a:xfrm>
          <a:prstGeom prst="roundRect">
            <a:avLst>
              <a:gd name="adj" fmla="val 61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059633" y="5075138"/>
            <a:ext cx="175999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Search &amp; Monitor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059633" y="5337373"/>
            <a:ext cx="175999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filtering and centralized monitoring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416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Business Impact &amp; Future Potential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73857"/>
            <a:ext cx="3692829" cy="36929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61043" y="2446139"/>
            <a:ext cx="5275527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Key Benefits</a:t>
            </a:r>
            <a:endParaRPr lang="en-US" sz="2050" dirty="0"/>
          </a:p>
        </p:txBody>
      </p:sp>
      <p:sp>
        <p:nvSpPr>
          <p:cNvPr id="5" name="Shape 2"/>
          <p:cNvSpPr/>
          <p:nvPr/>
        </p:nvSpPr>
        <p:spPr>
          <a:xfrm>
            <a:off x="6261043" y="2872581"/>
            <a:ext cx="885902" cy="197743"/>
          </a:xfrm>
          <a:prstGeom prst="roundRect">
            <a:avLst>
              <a:gd name="adj" fmla="val 22131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39126" y="2911574"/>
            <a:ext cx="1339320" cy="119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SCOPE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261043" y="3106142"/>
            <a:ext cx="5275527" cy="48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Forecasting · Predictive Analytics · Automated Alerts · Cloud Scaling · Enterprise Integration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5068590"/>
            <a:ext cx="2649868" cy="12579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88681" y="5157688"/>
            <a:ext cx="19535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10696" y="5568057"/>
            <a:ext cx="2351426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Efficiency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10696" y="5825331"/>
            <a:ext cx="2351426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repetitive manual work across workforce operations.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01034" y="5068590"/>
            <a:ext cx="2649967" cy="125799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28340" y="5157688"/>
            <a:ext cx="19535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550256" y="5568057"/>
            <a:ext cx="2351525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Visibility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3550256" y="5825331"/>
            <a:ext cx="2351525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workforce information accessible in one platform.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0693" y="5068590"/>
            <a:ext cx="2649868" cy="125799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67899" y="5157688"/>
            <a:ext cx="19535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289915" y="5568057"/>
            <a:ext cx="2351426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Decision Support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289915" y="5825331"/>
            <a:ext cx="2351426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Data-driven workforce insights for management.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80253" y="5068590"/>
            <a:ext cx="2649967" cy="125799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107558" y="5157688"/>
            <a:ext cx="19535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9029474" y="5568057"/>
            <a:ext cx="2351525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Scalability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9029474" y="5825331"/>
            <a:ext cx="2351525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 for future enhancements and growth.</a:t>
            </a:r>
            <a:endParaRPr lang="en-US" sz="1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9D30C8-F950-8E7C-846F-4F66AEE2DC81}"/>
              </a:ext>
            </a:extLst>
          </p:cNvPr>
          <p:cNvSpPr/>
          <p:nvPr/>
        </p:nvSpPr>
        <p:spPr>
          <a:xfrm>
            <a:off x="10902690" y="6355977"/>
            <a:ext cx="1255059" cy="4123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983"/>
            <a:ext cx="10868745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 &amp; Live Demonstration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1261566"/>
            <a:ext cx="5289219" cy="297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u="sng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1633934"/>
            <a:ext cx="5898804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61475" y="1864023"/>
            <a:ext cx="5289219" cy="1115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Workforce Management Automation System brings employee management, workforce analytics, reporting and automation into one centralized platform — providing a foundation for faster workforce information access, improved operational efficiency and data-driven decision-making.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1475" y="3009205"/>
            <a:ext cx="5289219" cy="223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1475" y="3307159"/>
            <a:ext cx="5289219" cy="600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000"/>
              </a:lnSpc>
              <a:spcAft>
                <a:spcPts val="500"/>
              </a:spcAft>
              <a:buNone/>
            </a:pPr>
            <a:endParaRPr lang="en-US" sz="900" dirty="0"/>
          </a:p>
          <a:p>
            <a:pPr marL="0" indent="0" algn="l">
              <a:lnSpc>
                <a:spcPct val="109000"/>
              </a:lnSpc>
              <a:spcAft>
                <a:spcPts val="500"/>
              </a:spcAft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1475" y="3982343"/>
            <a:ext cx="5289219" cy="1026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solidFill>
                  <a:srgbClr val="18A99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CENTRALIZE → ANALYZE → AUTOMATE → DECIDE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247351" y="1261566"/>
            <a:ext cx="528921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Live Demonstration Flow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47351" y="1531838"/>
            <a:ext cx="238020" cy="1487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47351" y="1721247"/>
            <a:ext cx="5289219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6247351" y="1806079"/>
            <a:ext cx="528921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47351" y="2067024"/>
            <a:ext cx="5289219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Workforce KPIs and visual analytics overview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47351" y="2386310"/>
            <a:ext cx="238020" cy="1487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47351" y="2575719"/>
            <a:ext cx="5289219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6" name="Text 14"/>
          <p:cNvSpPr/>
          <p:nvPr/>
        </p:nvSpPr>
        <p:spPr>
          <a:xfrm>
            <a:off x="6247351" y="2660551"/>
            <a:ext cx="528921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Employee Management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47351" y="2921496"/>
            <a:ext cx="5289219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Search, filter, and manage employee records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47351" y="3240782"/>
            <a:ext cx="238020" cy="1487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47351" y="3430191"/>
            <a:ext cx="5289219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0" name="Text 18"/>
          <p:cNvSpPr/>
          <p:nvPr/>
        </p:nvSpPr>
        <p:spPr>
          <a:xfrm>
            <a:off x="6247351" y="3515023"/>
            <a:ext cx="528921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47351" y="3775968"/>
            <a:ext cx="5289219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Charts, trends, and workforce visualizations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47351" y="4095254"/>
            <a:ext cx="238020" cy="1487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47351" y="4284663"/>
            <a:ext cx="5289219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4" name="Text 22"/>
          <p:cNvSpPr/>
          <p:nvPr/>
        </p:nvSpPr>
        <p:spPr>
          <a:xfrm>
            <a:off x="6247351" y="4369495"/>
            <a:ext cx="528921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Reports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47351" y="4630440"/>
            <a:ext cx="5289219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and export structured workforce reports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47351" y="4949726"/>
            <a:ext cx="238020" cy="1487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47351" y="5139134"/>
            <a:ext cx="5289219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8" name="Text 26"/>
          <p:cNvSpPr/>
          <p:nvPr/>
        </p:nvSpPr>
        <p:spPr>
          <a:xfrm>
            <a:off x="6247351" y="5223966"/>
            <a:ext cx="528921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AI / Automation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47351" y="5484912"/>
            <a:ext cx="5289219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workflows and intelligent features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47351" y="5813524"/>
            <a:ext cx="528921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Thank You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942558" y="6074470"/>
            <a:ext cx="5898804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9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Questions &amp; Discussion</a:t>
            </a:r>
            <a:endParaRPr lang="en-US" sz="9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D20E7FC-1585-828F-D394-EA3A241B29C5}"/>
              </a:ext>
            </a:extLst>
          </p:cNvPr>
          <p:cNvSpPr/>
          <p:nvPr/>
        </p:nvSpPr>
        <p:spPr>
          <a:xfrm>
            <a:off x="10902690" y="6355977"/>
            <a:ext cx="1255059" cy="4123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6A2D4BB-021F-E12C-7FF2-3145E028A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F86219-AAD9-AF04-D338-8C1F08F1A0FB}"/>
              </a:ext>
            </a:extLst>
          </p:cNvPr>
          <p:cNvSpPr txBox="1"/>
          <p:nvPr/>
        </p:nvSpPr>
        <p:spPr>
          <a:xfrm>
            <a:off x="1470211" y="2686453"/>
            <a:ext cx="40161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33398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724</Words>
  <Application>Microsoft Office PowerPoint</Application>
  <PresentationFormat>Widescreen</PresentationFormat>
  <Paragraphs>162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Raleway Light</vt:lpstr>
      <vt:lpstr>Raleway Bold</vt:lpstr>
      <vt:lpstr>Roboto Bold</vt:lpstr>
      <vt:lpstr>Raleway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SUDEEKSHAA</dc:creator>
  <cp:lastModifiedBy>SUDEEKSHAA</cp:lastModifiedBy>
  <cp:revision>3</cp:revision>
  <dcterms:created xsi:type="dcterms:W3CDTF">2026-08-16T10:17:28Z</dcterms:created>
  <dcterms:modified xsi:type="dcterms:W3CDTF">2026-08-17T12:50:47Z</dcterms:modified>
</cp:coreProperties>
</file>